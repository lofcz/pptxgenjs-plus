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  <a:ea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repair fixture notes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" name="Text 0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Repair fixture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91440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7"/>
              </p:ext>
            </p:extLst>
          </p:nvPr>
        </p:nvGraphicFramePr>
        <p:xfrm>
          <a:off x="457200" y="210312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4754880" y="91440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2026-09-09T15:26:13Z</dcterms:created>
  <dcterms:modified xsi:type="dcterms:W3CDTF">2026-09-09T15:26:13Z</dcterms:modified>
</cp:coreProperties>
</file>